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81c478c2cb41d2" /><Relationship Type="http://schemas.openxmlformats.org/officeDocument/2006/relationships/extended-properties" Target="/docProps/app.xml" Id="R57e45271ccde4955" /><Relationship Type="http://schemas.openxmlformats.org/officeDocument/2006/relationships/officeDocument" Target="/ppt/presentation.xml" Id="R121c1b00d32f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eba3ee1dc41db"/>
  </p:sldMasterIdLst>
  <p:notesMasterIdLst>
    <p:notesMasterId xmlns:r="http://schemas.openxmlformats.org/officeDocument/2006/relationships" r:id="R1a8241c051ff4867"/>
  </p:notesMasterIdLst>
  <p:sldIdLst>
    <p:sldId xmlns:r="http://schemas.openxmlformats.org/officeDocument/2006/relationships" id="256" r:id="R65e00a9cfde34a6c"/>
    <p:sldId xmlns:r="http://schemas.openxmlformats.org/officeDocument/2006/relationships" id="257" r:id="Rf88d238a68bd465c"/>
    <p:sldId xmlns:r="http://schemas.openxmlformats.org/officeDocument/2006/relationships" id="258" r:id="Rbaec5144d9b4422d"/>
    <p:sldId xmlns:r="http://schemas.openxmlformats.org/officeDocument/2006/relationships" id="259" r:id="Rd67e42c3123249e2"/>
    <p:sldId xmlns:r="http://schemas.openxmlformats.org/officeDocument/2006/relationships" id="260" r:id="Rdd52c928aac447f2"/>
    <p:sldId xmlns:r="http://schemas.openxmlformats.org/officeDocument/2006/relationships" id="261" r:id="Rcbe13a58334443a2"/>
    <p:sldId xmlns:r="http://schemas.openxmlformats.org/officeDocument/2006/relationships" id="262" r:id="Rf70e9b28724c4a5c"/>
    <p:sldId xmlns:r="http://schemas.openxmlformats.org/officeDocument/2006/relationships" id="263" r:id="R290e897fd9c54fd9"/>
    <p:sldId xmlns:r="http://schemas.openxmlformats.org/officeDocument/2006/relationships" id="264" r:id="R306e9590cc3145e0"/>
    <p:sldId xmlns:r="http://schemas.openxmlformats.org/officeDocument/2006/relationships" id="265" r:id="R21e01e55ad284ab2"/>
    <p:sldId xmlns:r="http://schemas.openxmlformats.org/officeDocument/2006/relationships" id="266" r:id="Rf7ed94201a1b406b"/>
    <p:sldId xmlns:r="http://schemas.openxmlformats.org/officeDocument/2006/relationships" id="267" r:id="Rb704bc89b94e4c02"/>
    <p:sldId xmlns:r="http://schemas.openxmlformats.org/officeDocument/2006/relationships" id="268" r:id="R1d845ff97d634af9"/>
    <p:sldId xmlns:r="http://schemas.openxmlformats.org/officeDocument/2006/relationships" id="269" r:id="Rf03f0e8d69ea4a91"/>
    <p:sldId xmlns:r="http://schemas.openxmlformats.org/officeDocument/2006/relationships" id="270" r:id="Rc364ed4fd11a40bc"/>
    <p:sldId xmlns:r="http://schemas.openxmlformats.org/officeDocument/2006/relationships" id="271" r:id="R3588bb9f8e6a4be0"/>
    <p:sldId xmlns:r="http://schemas.openxmlformats.org/officeDocument/2006/relationships" id="272" r:id="R9629bfb41863499d"/>
    <p:sldId xmlns:r="http://schemas.openxmlformats.org/officeDocument/2006/relationships" id="273" r:id="R10b0f30ba1ec4e60"/>
    <p:sldId xmlns:r="http://schemas.openxmlformats.org/officeDocument/2006/relationships" id="274" r:id="R81d0515c744d495e"/>
    <p:sldId xmlns:r="http://schemas.openxmlformats.org/officeDocument/2006/relationships" id="275" r:id="R81ea807e24a04c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43b698eecb49c2" /><Relationship Type="http://schemas.openxmlformats.org/officeDocument/2006/relationships/slideMaster" Target="/ppt/slideMasters/slideMaster1.xml" Id="R119eba3ee1dc41db" /><Relationship Type="http://schemas.openxmlformats.org/officeDocument/2006/relationships/notesMaster" Target="/ppt/notesMasters/notesMaster1.xml" Id="R1a8241c051ff4867" /><Relationship Type="http://schemas.openxmlformats.org/officeDocument/2006/relationships/presProps" Target="/ppt/presProps.xml" Id="R408a3081ca904b18" /><Relationship Type="http://schemas.openxmlformats.org/officeDocument/2006/relationships/viewProps" Target="/ppt/viewProps.xml" Id="Raf90c4de4fca402b" /><Relationship Type="http://schemas.openxmlformats.org/officeDocument/2006/relationships/tableStyles" Target="/ppt/tableStyles.xml" Id="Rf8f9bc098ede424e" /><Relationship Type="http://schemas.openxmlformats.org/officeDocument/2006/relationships/slide" Target="/ppt/slides/slide1.xml" Id="R65e00a9cfde34a6c" /><Relationship Type="http://schemas.openxmlformats.org/officeDocument/2006/relationships/slide" Target="/ppt/slides/slide2.xml" Id="Rf88d238a68bd465c" /><Relationship Type="http://schemas.openxmlformats.org/officeDocument/2006/relationships/slide" Target="/ppt/slides/slide3.xml" Id="Rbaec5144d9b4422d" /><Relationship Type="http://schemas.openxmlformats.org/officeDocument/2006/relationships/slide" Target="/ppt/slides/slide4.xml" Id="Rd67e42c3123249e2" /><Relationship Type="http://schemas.openxmlformats.org/officeDocument/2006/relationships/slide" Target="/ppt/slides/slide5.xml" Id="Rdd52c928aac447f2" /><Relationship Type="http://schemas.openxmlformats.org/officeDocument/2006/relationships/slide" Target="/ppt/slides/slide6.xml" Id="Rcbe13a58334443a2" /><Relationship Type="http://schemas.openxmlformats.org/officeDocument/2006/relationships/slide" Target="/ppt/slides/slide7.xml" Id="Rf70e9b28724c4a5c" /><Relationship Type="http://schemas.openxmlformats.org/officeDocument/2006/relationships/slide" Target="/ppt/slides/slide8.xml" Id="R290e897fd9c54fd9" /><Relationship Type="http://schemas.openxmlformats.org/officeDocument/2006/relationships/slide" Target="/ppt/slides/slide9.xml" Id="R306e9590cc3145e0" /><Relationship Type="http://schemas.openxmlformats.org/officeDocument/2006/relationships/slide" Target="/ppt/slides/slide10.xml" Id="R21e01e55ad284ab2" /><Relationship Type="http://schemas.openxmlformats.org/officeDocument/2006/relationships/slide" Target="/ppt/slides/slide11.xml" Id="Rf7ed94201a1b406b" /><Relationship Type="http://schemas.openxmlformats.org/officeDocument/2006/relationships/slide" Target="/ppt/slides/slide12.xml" Id="Rb704bc89b94e4c02" /><Relationship Type="http://schemas.openxmlformats.org/officeDocument/2006/relationships/slide" Target="/ppt/slides/slide13.xml" Id="R1d845ff97d634af9" /><Relationship Type="http://schemas.openxmlformats.org/officeDocument/2006/relationships/slide" Target="/ppt/slides/slide14.xml" Id="Rf03f0e8d69ea4a91" /><Relationship Type="http://schemas.openxmlformats.org/officeDocument/2006/relationships/slide" Target="/ppt/slides/slide15.xml" Id="Rc364ed4fd11a40bc" /><Relationship Type="http://schemas.openxmlformats.org/officeDocument/2006/relationships/slide" Target="/ppt/slides/slide16.xml" Id="R3588bb9f8e6a4be0" /><Relationship Type="http://schemas.openxmlformats.org/officeDocument/2006/relationships/slide" Target="/ppt/slides/slide17.xml" Id="R9629bfb41863499d" /><Relationship Type="http://schemas.openxmlformats.org/officeDocument/2006/relationships/slide" Target="/ppt/slides/slide18.xml" Id="R10b0f30ba1ec4e60" /><Relationship Type="http://schemas.openxmlformats.org/officeDocument/2006/relationships/slide" Target="/ppt/slides/slide19.xml" Id="R81d0515c744d495e" /><Relationship Type="http://schemas.openxmlformats.org/officeDocument/2006/relationships/slide" Target="/ppt/slides/slide20.xml" Id="R81ea807e24a04c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b8544ea6014e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85db6a4f34990" /><Relationship Type="http://schemas.openxmlformats.org/officeDocument/2006/relationships/notesMaster" Target="/ppt/notesMasters/notesMaster1.xml" Id="Rf04252d72c6541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d7b0854825413c" /><Relationship Type="http://schemas.openxmlformats.org/officeDocument/2006/relationships/notesMaster" Target="/ppt/notesMasters/notesMaster1.xml" Id="Rbd948e0ea6d84c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ba822cf90489f" /><Relationship Type="http://schemas.openxmlformats.org/officeDocument/2006/relationships/notesMaster" Target="/ppt/notesMasters/notesMaster1.xml" Id="Rf0f3e6c929ea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60cf0a358c4fee" /><Relationship Type="http://schemas.openxmlformats.org/officeDocument/2006/relationships/notesMaster" Target="/ppt/notesMasters/notesMaster1.xml" Id="Ra84d931f5928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1331c121814622" /><Relationship Type="http://schemas.openxmlformats.org/officeDocument/2006/relationships/notesMaster" Target="/ppt/notesMasters/notesMaster1.xml" Id="Rb5bc3a3fedf9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6febfe52a94986" /><Relationship Type="http://schemas.openxmlformats.org/officeDocument/2006/relationships/notesMaster" Target="/ppt/notesMasters/notesMaster1.xml" Id="Rffa2221a6d3e4d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2882ba6594142" /><Relationship Type="http://schemas.openxmlformats.org/officeDocument/2006/relationships/notesMaster" Target="/ppt/notesMasters/notesMaster1.xml" Id="Rb0ecc2f1ed9943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4a936817344495" /><Relationship Type="http://schemas.openxmlformats.org/officeDocument/2006/relationships/notesMaster" Target="/ppt/notesMasters/notesMaster1.xml" Id="R93a5cf15e64742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0abd1e00974b1f" /><Relationship Type="http://schemas.openxmlformats.org/officeDocument/2006/relationships/notesMaster" Target="/ppt/notesMasters/notesMaster1.xml" Id="R01590cbee64842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585775614a4261" /><Relationship Type="http://schemas.openxmlformats.org/officeDocument/2006/relationships/notesMaster" Target="/ppt/notesMasters/notesMaster1.xml" Id="Rdff0cfadd069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71a3acae0e488b" /><Relationship Type="http://schemas.openxmlformats.org/officeDocument/2006/relationships/notesMaster" Target="/ppt/notesMasters/notesMaster1.xml" Id="R40dafee5745141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43974bdca64968" /><Relationship Type="http://schemas.openxmlformats.org/officeDocument/2006/relationships/notesMaster" Target="/ppt/notesMasters/notesMaster1.xml" Id="R21ab35e7cbc048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03ebedc77f4056" /><Relationship Type="http://schemas.openxmlformats.org/officeDocument/2006/relationships/notesMaster" Target="/ppt/notesMasters/notesMaster1.xml" Id="R89f17b92213347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34a9ee4ae1428d" /><Relationship Type="http://schemas.openxmlformats.org/officeDocument/2006/relationships/notesMaster" Target="/ppt/notesMasters/notesMaster1.xml" Id="R8f98f369389645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bf1abeb54a4b32" /><Relationship Type="http://schemas.openxmlformats.org/officeDocument/2006/relationships/notesMaster" Target="/ppt/notesMasters/notesMaster1.xml" Id="R133eebe5f8c04a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9bfca027ef4e65" /><Relationship Type="http://schemas.openxmlformats.org/officeDocument/2006/relationships/notesMaster" Target="/ppt/notesMasters/notesMaster1.xml" Id="R7270ad6aef8c4c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b21d0aab1d4da8" /><Relationship Type="http://schemas.openxmlformats.org/officeDocument/2006/relationships/notesMaster" Target="/ppt/notesMasters/notesMaster1.xml" Id="R4d7b23cd208043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641fec372c4654" /><Relationship Type="http://schemas.openxmlformats.org/officeDocument/2006/relationships/notesMaster" Target="/ppt/notesMasters/notesMaster1.xml" Id="Rc09ac0fb00bc40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dc37a22b1d4ded" /><Relationship Type="http://schemas.openxmlformats.org/officeDocument/2006/relationships/notesMaster" Target="/ppt/notesMasters/notesMaster1.xml" Id="Rdef60b4000a742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302deb1b7e4c1e" /><Relationship Type="http://schemas.openxmlformats.org/officeDocument/2006/relationships/notesMaster" Target="/ppt/notesMasters/notesMaster1.xml" Id="R060df7726d49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D:/00_OS/CSCC/benchmarks/sunspider/results/agentjs-sunspider.json</a:t>
            </a:r>
          </a:p>
          <a:p xmlns:a="http://schemas.openxmlformats.org/drawingml/2006/main">
            <a:r>
              <a:t>- D:/00_OS/CSCC/benchmarks/sunspider/results/boa-sunspider.json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D:/00_OS/CSCC/benchmarks/jetstream/results/summary.md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D:/00_OS/CSCC/src/backend/native.rs</a:t>
            </a:r>
          </a:p>
          <a:p xmlns:a="http://schemas.openxmlformats.org/drawingml/2006/main">
            <a:r>
              <a:t>- D:/00_OS/CSCC/benchmarks/agent/run_agentbench.py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D:/00_OS/CSCC/src/backend/native.rs</a:t>
            </a:r>
          </a:p>
          <a:p xmlns:a="http://schemas.openxmlformats.org/drawingml/2006/main">
            <a:r>
              <a:t>- D:/00_OS/CSCC/benchmarks/agent/run_agentbench.py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D:/00_OS/CSCC/src/backend/native.rs</a:t>
            </a:r>
          </a:p>
          <a:p xmlns:a="http://schemas.openxmlformats.org/drawingml/2006/main">
            <a:r>
              <a:t>- D:/00_OS/CSCC/benchmarks/agent/run_agentbench.py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7a5e540f940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a6f4c2ce846bf" /><Relationship Type="http://schemas.openxmlformats.org/officeDocument/2006/relationships/slideLayout" Target="/ppt/slideLayouts/slideLayout1.xml" Id="Re30c58c371fb41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0c58c371fb41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2843f5f384039" /><Relationship Type="http://schemas.openxmlformats.org/officeDocument/2006/relationships/notesSlide" Target="/ppt/notesSlides/notesSlide1.xml" Id="Ra4c1e3516cf546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c8e3229814e61" /><Relationship Type="http://schemas.openxmlformats.org/officeDocument/2006/relationships/notesSlide" Target="/ppt/notesSlides/notesSlide2.xml" Id="Re7b55df5db724e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0bebe77c3439d" /><Relationship Type="http://schemas.openxmlformats.org/officeDocument/2006/relationships/notesSlide" Target="/ppt/notesSlides/notesSlide3.xml" Id="R3a53dc345e94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b0f14e7e444f1" /><Relationship Type="http://schemas.openxmlformats.org/officeDocument/2006/relationships/notesSlide" Target="/ppt/notesSlides/notesSlide4.xml" Id="Rad0e0e8974f748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7f2e7c23d407f" /><Relationship Type="http://schemas.openxmlformats.org/officeDocument/2006/relationships/notesSlide" Target="/ppt/notesSlides/notesSlide5.xml" Id="R1a042c728878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91340162c4b61" /><Relationship Type="http://schemas.openxmlformats.org/officeDocument/2006/relationships/notesSlide" Target="/ppt/notesSlides/notesSlide6.xml" Id="R231274be91fc42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da539da84bf9" /><Relationship Type="http://schemas.openxmlformats.org/officeDocument/2006/relationships/notesSlide" Target="/ppt/notesSlides/notesSlide7.xml" Id="R0cf335763581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f1986600f484f" /><Relationship Type="http://schemas.openxmlformats.org/officeDocument/2006/relationships/notesSlide" Target="/ppt/notesSlides/notesSlide8.xml" Id="Rf55ad163d71142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a3207046e45e9" /><Relationship Type="http://schemas.openxmlformats.org/officeDocument/2006/relationships/notesSlide" Target="/ppt/notesSlides/notesSlide9.xml" Id="R0e5e38cf1b6041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2b2cc8ce54488" /><Relationship Type="http://schemas.openxmlformats.org/officeDocument/2006/relationships/notesSlide" Target="/ppt/notesSlides/notesSlide10.xml" Id="R5a17a129aa9a42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344ad8aba45f1" /><Relationship Type="http://schemas.openxmlformats.org/officeDocument/2006/relationships/notesSlide" Target="/ppt/notesSlides/notesSlide11.xml" Id="R909fce6fd0714a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a621144384bc9" /><Relationship Type="http://schemas.openxmlformats.org/officeDocument/2006/relationships/notesSlide" Target="/ppt/notesSlides/notesSlide12.xml" Id="Rf10cad7690e144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47740e6c4653" /><Relationship Type="http://schemas.openxmlformats.org/officeDocument/2006/relationships/notesSlide" Target="/ppt/notesSlides/notesSlide13.xml" Id="R65e3d6bb340e42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5aa28699e4189" /><Relationship Type="http://schemas.openxmlformats.org/officeDocument/2006/relationships/notesSlide" Target="/ppt/notesSlides/notesSlide14.xml" Id="R515da4d5d3a146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af60e1f4a4144" /><Relationship Type="http://schemas.openxmlformats.org/officeDocument/2006/relationships/notesSlide" Target="/ppt/notesSlides/notesSlide15.xml" Id="Rea151147938245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a67714d23435c" /><Relationship Type="http://schemas.openxmlformats.org/officeDocument/2006/relationships/notesSlide" Target="/ppt/notesSlides/notesSlide16.xml" Id="Rbedc9e5d983248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92b600901415c" /><Relationship Type="http://schemas.openxmlformats.org/officeDocument/2006/relationships/notesSlide" Target="/ppt/notesSlides/notesSlide17.xml" Id="R583fb7f39a8f44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a5fbe2c1a40ac" /><Relationship Type="http://schemas.openxmlformats.org/officeDocument/2006/relationships/notesSlide" Target="/ppt/notesSlides/notesSlide18.xml" Id="R0484a0a13b6b49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913c3506b4cd1" /><Relationship Type="http://schemas.openxmlformats.org/officeDocument/2006/relationships/notesSlide" Target="/ppt/notesSlides/notesSlide19.xml" Id="R0a2092efb57444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22ae5c5734490" /><Relationship Type="http://schemas.openxmlformats.org/officeDocument/2006/relationships/notesSlide" Target="/ppt/notesSlides/notesSlide20.xml" Id="R1955b6258bc347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归档产物 10.29 MiB，小于 Boa；宿主仅保留 print、console 与受控 Host。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90.97%，SunSpider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仓库归档全量汇总通过率 90.97%，高于 60% 门槛 30.97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48,557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48,557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4,820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90.97%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452.354s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+30.97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来源：Test262-final/full-test262-summary.json；失败与跳过均不计通过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准确率推进与结果可信度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90.97% 支持门槛结论；历史汇总缺少运行 commit 与环境，不能反向绑定当前 HEAD。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项目早期全量</a:t>
            </a:r>
            <a:r>
              <a:rPr sz="2000" b="0">
                <a:solidFill>
                  <a:srgbClr val="0B0F14"/>
                </a:solidFill>
              </a:rPr>
              <a:t> baseline 约 26.29%，</a:t>
            </a:r>
            <a:r>
              <a:rPr sz="2000" b="0">
                <a:solidFill>
                  <a:srgbClr val="0B0F14"/>
                </a:solidFill>
              </a:rPr>
              <a:t>后续通过</a:t>
            </a:r>
            <a:r>
              <a:rPr sz="2000" b="0">
                <a:solidFill>
                  <a:srgbClr val="0B0F14"/>
                </a:solidFill>
              </a:rPr>
              <a:t> Native V11、Fix、Fixup </a:t>
            </a:r>
            <a:r>
              <a:rPr sz="2000" b="0">
                <a:solidFill>
                  <a:srgbClr val="0B0F14"/>
                </a:solidFill>
              </a:rPr>
              <a:t>等阶段持续提升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</a:t>
            </a:r>
            <a:r>
              <a:rPr sz="2000" b="0">
                <a:solidFill>
                  <a:srgbClr val="0B0F14"/>
                </a:solidFill>
              </a:rPr>
              <a:t> final full run </a:t>
            </a:r>
            <a:r>
              <a:rPr sz="2000" b="0">
                <a:solidFill>
                  <a:srgbClr val="0B0F14"/>
                </a:solidFill>
              </a:rPr>
              <a:t>已经稳定超过</a:t>
            </a:r>
            <a:r>
              <a:rPr sz="2000" b="0">
                <a:solidFill>
                  <a:srgbClr val="0B0F14"/>
                </a:solidFill>
              </a:rPr>
              <a:t> 70%，但 PPT </a:t>
            </a:r>
            <a:r>
              <a:rPr sz="2000" b="0">
                <a:solidFill>
                  <a:srgbClr val="0B0F14"/>
                </a:solidFill>
              </a:rPr>
              <a:t>和提交文档需要避免混用旧</a:t>
            </a:r>
            <a:r>
              <a:rPr sz="2000" b="0">
                <a:solidFill>
                  <a:srgbClr val="0B0F14"/>
                </a:solidFill>
              </a:rPr>
              <a:t> README </a:t>
            </a:r>
            <a:r>
              <a:rPr sz="2000" b="0">
                <a:solidFill>
                  <a:srgbClr val="0B0F14"/>
                </a:solidFill>
              </a:rPr>
              <a:t>中的</a:t>
            </a:r>
            <a:r>
              <a:rPr sz="2000" b="0">
                <a:solidFill>
                  <a:srgbClr val="0B0F14"/>
                </a:solidFill>
              </a:rPr>
              <a:t> 72.02% </a:t>
            </a:r>
            <a:r>
              <a:rPr sz="2000" b="0">
                <a:solidFill>
                  <a:srgbClr val="0B0F14"/>
                </a:solidFill>
              </a:rPr>
              <a:t>草稿数据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2026-06-24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90.97%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可信口径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跳过不计入通过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运行时错误不能伪通过分目录与全量交叉校验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报告保存中文</a:t>
            </a:r>
            <a:r>
              <a:rPr sz="1600" b="0">
                <a:solidFill>
                  <a:srgbClr val="535963"/>
                </a:solidFill>
              </a:rPr>
              <a:t> md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与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 Benchmark 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26 / 26 用于正确性结论；历史耗时批次未保存共同机器指纹，仅用于定位热点。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Native 正确完成 SunSpider 1.0.2 全部用例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3×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每个引擎历史重复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P50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单项中位耗时口径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历史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非同步批次，仅定位热点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热点用例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AgentJS/Boa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说明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262ms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286ms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0.92x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该用例 AgentJS 略快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3098ms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106ms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29.2x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 路径差距明显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8208ms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148ms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55.5x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复杂字符串与对象处理热点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来源：agentjs-sunspider.json、boa-sunspider.json；历史批次非同步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2：四引擎内核性能对比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官方 workload 生成 CLI 可移植内核；Release、同机、2 次预热 + 7 次测量，展示 P50。非浏览器综合总分。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095500"/>
            <a:ext cx="2541905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" y="2362200"/>
            <a:ext cx="170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四个引擎共同通过，结果确定性校验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2095500"/>
            <a:ext cx="246253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585" y="2362200"/>
            <a:ext cx="18484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0.95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3284855"/>
            <a:ext cx="234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Oxide / AgentJS 时间比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132330"/>
            <a:ext cx="2446020" cy="1766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090" y="2362200"/>
            <a:ext cx="15278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970" y="3284855"/>
            <a:ext cx="2087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05" y="2131695"/>
            <a:ext cx="2337435" cy="176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2348865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3219450"/>
            <a:ext cx="15798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QuickJS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Oxide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1.22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970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4.03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527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200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3.90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3.72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625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3.54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来源：benchmarks/jetstream/results/four-engine；6 workload 全量数据与 RSS 见 JSON / environment.json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创新点：面向 Agent 场景的可审计执行栈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创新不只是一条 fast path，而是执行链、宿主边界、基准口径和数据结构的协同设计。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lexer → parser → bytecode → VM → runtime；稳定 contracts 解耦阶段，默认不嵌入 Boa 回退。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 且确定性输出正确的样本进入统计；超时、错误与内存上限失败均保留。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 Agent 型 workload 覆盖 JSON、规则过滤、字符串与对象压力；统一测 cold、batch、RSS。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最小宿主 + 结构优化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冻结 console 与受控 Host；分段数组、descriptor 旁路表、ASCII 快路与 arena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来源：架构实现、AgentBench 2.0、四引擎结果与实验报告第 4–5 章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创新点：面向 Agent 场景的可审计执行栈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创新不只是一条 fast path，而是执行链、宿主边界、基准口径和数据结构的协同设计。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lexer → parser → bytecode → VM → runtime；稳定 contracts 解耦阶段，默认不嵌入 Boa 回退。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 且确定性输出正确的样本进入统计；超时、错误与内存上限失败均保留。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 Agent 型 workload 覆盖 JSON、规则过滤、字符串与对象压力；统一测 cold、batch、RSS。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最小宿主 + 结构优化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冻结 console 与受控 Host；分段数组、descriptor 旁路表、ASCII 快路与 arena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来源：架构实现、AgentBench 2.0、四引擎结果与实验报告第 4–5 章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创新点：面向 Agent 场景的可审计执行栈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创新不只是一条 fast path，而是执行链、宿主边界、基准口径和数据结构的协同设计。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lexer → parser → bytecode → VM → runtime；稳定 contracts 解耦阶段，默认不嵌入 Boa 回退。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 且确定性输出正确的样本进入统计；超时、错误与内存上限失败均保留。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 Agent 型 workload 覆盖 JSON、规则过滤、字符串与对象压力；统一测 cold、batch、RSS。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最小宿主 + 结构优化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冻结 console 与受控 Host；分段数组、descriptor 旁路表、ASCII 快路与 arena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来源：架构实现、AgentBench 2.0、四引擎结果与实验报告第 4–5 章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startup-noop：AgentJS 20.8 ms，Node 46.9 ms；但 12 项总体仍由对象与字符串热点主导。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归档四引擎 batch：Boa / AgentJS = 0.625×，QuickJS / AgentJS = 0.112×；优先减少重复解析与调度成本。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公共集 6/6 PASS；Boa、QuickJS 分别约快 4.95×、21.3×，AgentJS RSS 27.04 MiB，远低于 Oxide 峰值。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1.090x，QuickJS / AgentJS = 0.186x：相对 Boa 有竞争力，QuickJS 约快 5.4 倍。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耗时比值为 0.625x / 0.112x：AgentJS 正确完成 12 项，但总体吞吐尚未领先。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 10.29 MiB，小于 Boa 28.55 MiB、大于 QuickJS 1.09 MiB；个别 workload RSS 峰值偏高。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90.97%，SunSpider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 四引擎公共内核 6 / 6 PASS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冷启动具备亮点，批处理与复杂内核仍需追赶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创新：Native 全链路、最小宿主、可审计 benchmark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18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2026-08-11T18:30:27.6130000Z</dcterms:created>
  <dcterms:modified xsi:type="dcterms:W3CDTF">2026-08-11T18:30:27.6130000Z</dcterms:modified>
</coreProperties>
</file>