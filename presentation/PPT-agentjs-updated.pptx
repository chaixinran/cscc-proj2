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81da26a9b4871" /><Relationship Type="http://schemas.openxmlformats.org/officeDocument/2006/relationships/extended-properties" Target="/docProps/app.xml" Id="R2bc61126bb004b92" /><Relationship Type="http://schemas.openxmlformats.org/officeDocument/2006/relationships/officeDocument" Target="/ppt/presentation.xml" Id="Rf6a31368570e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d96630c3249ca"/>
  </p:sldMasterIdLst>
  <p:notesMasterIdLst>
    <p:notesMasterId xmlns:r="http://schemas.openxmlformats.org/officeDocument/2006/relationships" r:id="Rb8202e96c41c42a8"/>
  </p:notesMasterIdLst>
  <p:sldIdLst>
    <p:sldId xmlns:r="http://schemas.openxmlformats.org/officeDocument/2006/relationships" id="256" r:id="Rbb6ae37243794858"/>
    <p:sldId xmlns:r="http://schemas.openxmlformats.org/officeDocument/2006/relationships" id="257" r:id="R467606425e7d472a"/>
    <p:sldId xmlns:r="http://schemas.openxmlformats.org/officeDocument/2006/relationships" id="258" r:id="R858eb6aed8974d59"/>
    <p:sldId xmlns:r="http://schemas.openxmlformats.org/officeDocument/2006/relationships" id="259" r:id="R46d2bcaad6e64172"/>
    <p:sldId xmlns:r="http://schemas.openxmlformats.org/officeDocument/2006/relationships" id="260" r:id="R74ecbbab88bf4f67"/>
    <p:sldId xmlns:r="http://schemas.openxmlformats.org/officeDocument/2006/relationships" id="261" r:id="R6a2f3813eb224abc"/>
    <p:sldId xmlns:r="http://schemas.openxmlformats.org/officeDocument/2006/relationships" id="262" r:id="Re46b5d187c724507"/>
    <p:sldId xmlns:r="http://schemas.openxmlformats.org/officeDocument/2006/relationships" id="263" r:id="R8764b3f95ee24ad1"/>
    <p:sldId xmlns:r="http://schemas.openxmlformats.org/officeDocument/2006/relationships" id="264" r:id="R9bd3cf8f9d7f4c21"/>
    <p:sldId xmlns:r="http://schemas.openxmlformats.org/officeDocument/2006/relationships" id="265" r:id="Rbc753fd50c294656"/>
    <p:sldId xmlns:r="http://schemas.openxmlformats.org/officeDocument/2006/relationships" id="266" r:id="R4fae864741774933"/>
    <p:sldId xmlns:r="http://schemas.openxmlformats.org/officeDocument/2006/relationships" id="267" r:id="R90a7993c011b40d9"/>
    <p:sldId xmlns:r="http://schemas.openxmlformats.org/officeDocument/2006/relationships" id="268" r:id="Re7c7bf3275d848ca"/>
    <p:sldId xmlns:r="http://schemas.openxmlformats.org/officeDocument/2006/relationships" id="269" r:id="R2ed9d3fe00824767"/>
    <p:sldId xmlns:r="http://schemas.openxmlformats.org/officeDocument/2006/relationships" id="270" r:id="Rc70867c18e1541db"/>
    <p:sldId xmlns:r="http://schemas.openxmlformats.org/officeDocument/2006/relationships" id="271" r:id="R71b92a14f7944cae"/>
    <p:sldId xmlns:r="http://schemas.openxmlformats.org/officeDocument/2006/relationships" id="272" r:id="Re64d88775c8a4b1d"/>
    <p:sldId xmlns:r="http://schemas.openxmlformats.org/officeDocument/2006/relationships" id="273" r:id="R6277f21ee6534681"/>
    <p:sldId xmlns:r="http://schemas.openxmlformats.org/officeDocument/2006/relationships" id="274" r:id="Rf2c674cb27f64997"/>
    <p:sldId xmlns:r="http://schemas.openxmlformats.org/officeDocument/2006/relationships" id="275" r:id="R3c660569ad6442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addcf406d642fc" /><Relationship Type="http://schemas.openxmlformats.org/officeDocument/2006/relationships/slideMaster" Target="/ppt/slideMasters/slideMaster1.xml" Id="Re71d96630c3249ca" /><Relationship Type="http://schemas.openxmlformats.org/officeDocument/2006/relationships/notesMaster" Target="/ppt/notesMasters/notesMaster1.xml" Id="Rb8202e96c41c42a8" /><Relationship Type="http://schemas.openxmlformats.org/officeDocument/2006/relationships/presProps" Target="/ppt/presProps.xml" Id="Rf91a07f9f2ea489a" /><Relationship Type="http://schemas.openxmlformats.org/officeDocument/2006/relationships/viewProps" Target="/ppt/viewProps.xml" Id="R10887daa57f04300" /><Relationship Type="http://schemas.openxmlformats.org/officeDocument/2006/relationships/tableStyles" Target="/ppt/tableStyles.xml" Id="R277e857a027d4440" /><Relationship Type="http://schemas.openxmlformats.org/officeDocument/2006/relationships/slide" Target="/ppt/slides/slide1.xml" Id="Rbb6ae37243794858" /><Relationship Type="http://schemas.openxmlformats.org/officeDocument/2006/relationships/slide" Target="/ppt/slides/slide2.xml" Id="R467606425e7d472a" /><Relationship Type="http://schemas.openxmlformats.org/officeDocument/2006/relationships/slide" Target="/ppt/slides/slide3.xml" Id="R858eb6aed8974d59" /><Relationship Type="http://schemas.openxmlformats.org/officeDocument/2006/relationships/slide" Target="/ppt/slides/slide4.xml" Id="R46d2bcaad6e64172" /><Relationship Type="http://schemas.openxmlformats.org/officeDocument/2006/relationships/slide" Target="/ppt/slides/slide5.xml" Id="R74ecbbab88bf4f67" /><Relationship Type="http://schemas.openxmlformats.org/officeDocument/2006/relationships/slide" Target="/ppt/slides/slide6.xml" Id="R6a2f3813eb224abc" /><Relationship Type="http://schemas.openxmlformats.org/officeDocument/2006/relationships/slide" Target="/ppt/slides/slide7.xml" Id="Re46b5d187c724507" /><Relationship Type="http://schemas.openxmlformats.org/officeDocument/2006/relationships/slide" Target="/ppt/slides/slide8.xml" Id="R8764b3f95ee24ad1" /><Relationship Type="http://schemas.openxmlformats.org/officeDocument/2006/relationships/slide" Target="/ppt/slides/slide9.xml" Id="R9bd3cf8f9d7f4c21" /><Relationship Type="http://schemas.openxmlformats.org/officeDocument/2006/relationships/slide" Target="/ppt/slides/slide10.xml" Id="Rbc753fd50c294656" /><Relationship Type="http://schemas.openxmlformats.org/officeDocument/2006/relationships/slide" Target="/ppt/slides/slide11.xml" Id="R4fae864741774933" /><Relationship Type="http://schemas.openxmlformats.org/officeDocument/2006/relationships/slide" Target="/ppt/slides/slide12.xml" Id="R90a7993c011b40d9" /><Relationship Type="http://schemas.openxmlformats.org/officeDocument/2006/relationships/slide" Target="/ppt/slides/slide13.xml" Id="Re7c7bf3275d848ca" /><Relationship Type="http://schemas.openxmlformats.org/officeDocument/2006/relationships/slide" Target="/ppt/slides/slide14.xml" Id="R2ed9d3fe00824767" /><Relationship Type="http://schemas.openxmlformats.org/officeDocument/2006/relationships/slide" Target="/ppt/slides/slide15.xml" Id="Rc70867c18e1541db" /><Relationship Type="http://schemas.openxmlformats.org/officeDocument/2006/relationships/slide" Target="/ppt/slides/slide16.xml" Id="R71b92a14f7944cae" /><Relationship Type="http://schemas.openxmlformats.org/officeDocument/2006/relationships/slide" Target="/ppt/slides/slide17.xml" Id="Re64d88775c8a4b1d" /><Relationship Type="http://schemas.openxmlformats.org/officeDocument/2006/relationships/slide" Target="/ppt/slides/slide18.xml" Id="R6277f21ee6534681" /><Relationship Type="http://schemas.openxmlformats.org/officeDocument/2006/relationships/slide" Target="/ppt/slides/slide19.xml" Id="Rf2c674cb27f64997" /><Relationship Type="http://schemas.openxmlformats.org/officeDocument/2006/relationships/slide" Target="/ppt/slides/slide20.xml" Id="R3c660569ad6442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abbc543bd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8385e9a0e94b91" /><Relationship Type="http://schemas.openxmlformats.org/officeDocument/2006/relationships/notesMaster" Target="/ppt/notesMasters/notesMaster1.xml" Id="Rbafcbe95ef7c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532bb51dfd4eec" /><Relationship Type="http://schemas.openxmlformats.org/officeDocument/2006/relationships/notesMaster" Target="/ppt/notesMasters/notesMaster1.xml" Id="Re50781b30dc8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cf349bba8431d" /><Relationship Type="http://schemas.openxmlformats.org/officeDocument/2006/relationships/notesMaster" Target="/ppt/notesMasters/notesMaster1.xml" Id="Rf863d9dc3828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48f420762a45fb" /><Relationship Type="http://schemas.openxmlformats.org/officeDocument/2006/relationships/notesMaster" Target="/ppt/notesMasters/notesMaster1.xml" Id="R0de4c44e2623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9c0c035daa4189" /><Relationship Type="http://schemas.openxmlformats.org/officeDocument/2006/relationships/notesMaster" Target="/ppt/notesMasters/notesMaster1.xml" Id="Rfae0963bc6284d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9f0db94594384" /><Relationship Type="http://schemas.openxmlformats.org/officeDocument/2006/relationships/notesMaster" Target="/ppt/notesMasters/notesMaster1.xml" Id="Re9442a12b5ff49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0f1f523f144bfd" /><Relationship Type="http://schemas.openxmlformats.org/officeDocument/2006/relationships/notesMaster" Target="/ppt/notesMasters/notesMaster1.xml" Id="R9c83a3af23a145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7389554ef0406b" /><Relationship Type="http://schemas.openxmlformats.org/officeDocument/2006/relationships/notesMaster" Target="/ppt/notesMasters/notesMaster1.xml" Id="R9621ae851e4b4e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5435efce5f4a84" /><Relationship Type="http://schemas.openxmlformats.org/officeDocument/2006/relationships/notesMaster" Target="/ppt/notesMasters/notesMaster1.xml" Id="R793c96cef131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9b5832ebb541a7" /><Relationship Type="http://schemas.openxmlformats.org/officeDocument/2006/relationships/notesMaster" Target="/ppt/notesMasters/notesMaster1.xml" Id="R17edf003f3c34d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b232aa03d24073" /><Relationship Type="http://schemas.openxmlformats.org/officeDocument/2006/relationships/notesMaster" Target="/ppt/notesMasters/notesMaster1.xml" Id="R248b279fe6a04e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5fb7efccbd4c2a" /><Relationship Type="http://schemas.openxmlformats.org/officeDocument/2006/relationships/notesMaster" Target="/ppt/notesMasters/notesMaster1.xml" Id="R7764a97f081943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583cf22c0a4948" /><Relationship Type="http://schemas.openxmlformats.org/officeDocument/2006/relationships/notesMaster" Target="/ppt/notesMasters/notesMaster1.xml" Id="Rcdfb3cb97a544a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9432795cca4525" /><Relationship Type="http://schemas.openxmlformats.org/officeDocument/2006/relationships/notesMaster" Target="/ppt/notesMasters/notesMaster1.xml" Id="Rdea1f23aa61f48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bfccb51ebb4ea8" /><Relationship Type="http://schemas.openxmlformats.org/officeDocument/2006/relationships/notesMaster" Target="/ppt/notesMasters/notesMaster1.xml" Id="R59ec32b6cec048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bd553e94d3412f" /><Relationship Type="http://schemas.openxmlformats.org/officeDocument/2006/relationships/notesMaster" Target="/ppt/notesMasters/notesMaster1.xml" Id="Rdac595c0181b4a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a48aef3460429a" /><Relationship Type="http://schemas.openxmlformats.org/officeDocument/2006/relationships/notesMaster" Target="/ppt/notesMasters/notesMaster1.xml" Id="R90a5c827307243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f4346727ad4777" /><Relationship Type="http://schemas.openxmlformats.org/officeDocument/2006/relationships/notesMaster" Target="/ppt/notesMasters/notesMaster1.xml" Id="R89bf253f823b41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11e07928a54567" /><Relationship Type="http://schemas.openxmlformats.org/officeDocument/2006/relationships/notesMaster" Target="/ppt/notesMasters/notesMaster1.xml" Id="R3ec0d14b00dc42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8e7e9413464f8a" /><Relationship Type="http://schemas.openxmlformats.org/officeDocument/2006/relationships/notesMaster" Target="/ppt/notesMasters/notesMaster1.xml" Id="Rd49f65d99029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D:/00_OS/CSCC/Test262-final/full-test262-summary.json</a:t>
            </a:r>
          </a:p>
          <a:p xmlns:a="http://schemas.openxmlformats.org/drawingml/2006/main">
            <a:r>
              <a:t>- Archived Test262 summary does not contain the execution commit, command, machine fingerprint, or suite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D:/00_OS/CSCC/presentation/assets/video/sunspider-video.json</a:t>
            </a:r>
          </a:p>
          <a:p xmlns:a="http://schemas.openxmlformats.org/drawingml/2006/main">
            <a:r>
              <a:t>- D:/00_OS/CSCC/presentation/assets/video/sunspider-video.md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Historical AgentJS and Boa batches are not synchronized; timings are diagnostic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D:/00_OS/CSCC/demo/agent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  <a:p xmlns:a="http://schemas.openxmlformats.org/drawingml/2006/main">
            <a:r>
              <a:t>- D:/00_OS/CSCC/benchmarks/agent/results/four-engine-comparison/agentjs-cold.json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D:/00_OS/CSCC/reports/agentjs-experiment-report.md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58a7ccc9744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9b91f3e004b22" /><Relationship Type="http://schemas.openxmlformats.org/officeDocument/2006/relationships/slideLayout" Target="/ppt/slideLayouts/slideLayout1.xml" Id="R8b63b6c9255644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3b6c92556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75fbab4104462" /><Relationship Type="http://schemas.openxmlformats.org/officeDocument/2006/relationships/notesSlide" Target="/ppt/notesSlides/notesSlide1.xml" Id="Rc1da4230556c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1c951bf694f70" /><Relationship Type="http://schemas.openxmlformats.org/officeDocument/2006/relationships/notesSlide" Target="/ppt/notesSlides/notesSlide2.xml" Id="R81352f56259c47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13dd47ea3456c" /><Relationship Type="http://schemas.openxmlformats.org/officeDocument/2006/relationships/notesSlide" Target="/ppt/notesSlides/notesSlide3.xml" Id="R392da7abc51a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ea635c14e4f06" /><Relationship Type="http://schemas.openxmlformats.org/officeDocument/2006/relationships/notesSlide" Target="/ppt/notesSlides/notesSlide4.xml" Id="Rd5935b9af09c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99fd15d1c45de" /><Relationship Type="http://schemas.openxmlformats.org/officeDocument/2006/relationships/notesSlide" Target="/ppt/notesSlides/notesSlide5.xml" Id="Rd6a9b46fe4dd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90195ffd04e21" /><Relationship Type="http://schemas.openxmlformats.org/officeDocument/2006/relationships/notesSlide" Target="/ppt/notesSlides/notesSlide6.xml" Id="R2241903d008a4d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fd03302ce4ad1" /><Relationship Type="http://schemas.openxmlformats.org/officeDocument/2006/relationships/notesSlide" Target="/ppt/notesSlides/notesSlide7.xml" Id="R0e3d33e01c9f46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b8d96de464745" /><Relationship Type="http://schemas.openxmlformats.org/officeDocument/2006/relationships/notesSlide" Target="/ppt/notesSlides/notesSlide8.xml" Id="R06d5a71f4edc41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fee351bec48e7" /><Relationship Type="http://schemas.openxmlformats.org/officeDocument/2006/relationships/notesSlide" Target="/ppt/notesSlides/notesSlide9.xml" Id="R2932eee38d0a41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848d36914c41" /><Relationship Type="http://schemas.openxmlformats.org/officeDocument/2006/relationships/notesSlide" Target="/ppt/notesSlides/notesSlide10.xml" Id="R2c0b304370dd49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518a9a0204d3b" /><Relationship Type="http://schemas.openxmlformats.org/officeDocument/2006/relationships/notesSlide" Target="/ppt/notesSlides/notesSlide11.xml" Id="R4e6c3a23648447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01fbd7b14943" /><Relationship Type="http://schemas.openxmlformats.org/officeDocument/2006/relationships/notesSlide" Target="/ppt/notesSlides/notesSlide12.xml" Id="R4ac6163cb65345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c54d0c2d946de" /><Relationship Type="http://schemas.openxmlformats.org/officeDocument/2006/relationships/notesSlide" Target="/ppt/notesSlides/notesSlide13.xml" Id="Rf1c50b65be2942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7fede1204736" /><Relationship Type="http://schemas.openxmlformats.org/officeDocument/2006/relationships/notesSlide" Target="/ppt/notesSlides/notesSlide14.xml" Id="R6dcc7efd742b4e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28b27a1b43b6" /><Relationship Type="http://schemas.openxmlformats.org/officeDocument/2006/relationships/notesSlide" Target="/ppt/notesSlides/notesSlide15.xml" Id="Rae6f29f3c35b45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daae2b2c4b5a" /><Relationship Type="http://schemas.openxmlformats.org/officeDocument/2006/relationships/notesSlide" Target="/ppt/notesSlides/notesSlide16.xml" Id="Rfba96dcfe61046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6ccae009b4a7d" /><Relationship Type="http://schemas.openxmlformats.org/officeDocument/2006/relationships/notesSlide" Target="/ppt/notesSlides/notesSlide17.xml" Id="R08f78026936f4c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2e95362c4135" /><Relationship Type="http://schemas.openxmlformats.org/officeDocument/2006/relationships/notesSlide" Target="/ppt/notesSlides/notesSlide18.xml" Id="Re8b095064e1e47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e29c55d3044e7" /><Relationship Type="http://schemas.openxmlformats.org/officeDocument/2006/relationships/notesSlide" Target="/ppt/notesSlides/notesSlide19.xml" Id="R2a8b4daa23f94f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143fd249b47d1" /><Relationship Type="http://schemas.openxmlformats.org/officeDocument/2006/relationships/notesSlide" Target="/ppt/notesSlides/notesSlide20.xml" Id="Rf7ffb7a5500d4e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产物 10.29 MiB（Boa 28.55 MiB）；保持最小 Host 暴露面。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90.98%，SunSpider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报告汇总通过率 90.98%，高于 60% 门槛 30.98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48,566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444s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48,566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444.347s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+30.98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来源：实验报告（第 6 版）；报告统计未绑定当前 HEAD 与完整运行环境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Test262：从 26.29% 到 90.98%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归档结果表明通过率超过赛题门槛；由于缺少完整运行元数据，本页不把历史结果绑定到当前源码。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从 26.29% baseline 提升到 90.98%，累计增加 64.69 个百分点，并超过 60% 赛题门槛 30.98 个百分点。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/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最终汇总：通过 48,566 / 总计 53,379；失败 4,811，跳过 2。失败与跳过均不计通过。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早期全量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证据边界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可以证明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90.98% &gt; 60%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失败/跳过未计通过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/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不能证明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对应当前 HEAD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完整复现实验环境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JSON；历史批次缺少完整运行元数据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SunSpider：先证明兼容，再定位热点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与 Boa 同次运行均为 26 / 26 PASS；每项 3 次测量，P50 用于定位热点，不作跨平台排名。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全部用例正确完成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9 类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覆盖全部测试类别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错误 / 超时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相对耗时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工程结论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299.9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269.5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1.11×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位运算路径耗时接近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126.3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107.3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1.18×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 差距已明显收敛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431.8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146.2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2.95×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复杂字符串与对象仍是热点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来源：sunspider-video.json；同次 Runner、每项 3 次，未保存机器与二进制指纹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2：三引擎公共 workload 对比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六项可移植 JavaScript kernel 全部通过；每项 2 次预热 + 7 次测量，展示 workload P50。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三引擎 6 / 6 通过，全部测量样本有效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27.04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最大峰值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QuickJS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1.22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53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4.03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53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527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200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91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3.72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625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4.7.2；Boa、QuickJS 分别约快 4.95×、21.3×；非官方综合分数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1/3：面向 Agent 负载的数据路径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围绕工具结果、规则文本、大索引和短命对象，设计紧凑数据结构与可控快速路径。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分段稠密数组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前 64K 槽位 inline，之后按 4K 惰性分段；大索引避免一次性预分配。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Descriptor 旁路表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普通元素只保存值，特殊属性描述符进入覆盖表，保持常规访问路径紧凑。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短命对象友好回收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非移动 mark-and-sweep 保持对象 ID 稳定，Free List 复用回收槽位。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ASCII 快路 + 有界缓存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扫描、切片、查找与替换优先走 ASCII；LRU 容量 32，复用但不无限增长。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1.4、2.5–2.6；AgentBench 仅评价完整系统，不作单机制因果归因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2/3：action 级预算与受控 Host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安全边界由运行时预算、进程生命周期和结构化 Host 共同构成，而非字符串黑名单。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action 级资源预算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循环、递归、VM 栈、堆、大对象和 deadline 分层限额；超限返回 RuntimeLimit。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隔离的生命周期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独立 action 使用 fresh isolate / 新进程，避免全局变量、原型与异常状态串扰。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最小能力暴露面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默认无文件、网络、进程、DOM 与 Node API；受限加载器由宿主显式安装。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受控 RenderTree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agent.render 校验类型、循环、JSON、深度和字节数；前端只消费规范事件。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1.5、2.5–2.7；安全结论限定于所述 API 暴露面和超时策略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14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3/3：AgentBench 2.0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从真实 Agent 工作流抽象任务，分开评价延迟、吞吐、内存与部署成本。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12 个确定性 action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覆盖 JSON、工具聚合、规则过滤、对象压力、Descriptor、大索引与字符串。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正确性先于性能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仅结果正确且无 error / timeout 的样本进入统计；共同通过 case 取几何平均。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四类指标各自回答问题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cold 看单次等待，batch 看连续吞吐，RSS 看内存，体积看部署成本。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 Demo 补齐场景闭环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输入 → Orchestrator → Native CLI → value / logs / RenderTree → 前端；不计入性能。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1.6、4.1–4.3、4.8；benchmarks/agent、demo/agent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15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cold：Boa / AgentJS = 1.090×；startup-noop 为 13.9 ms vs 20.0 ms，短 action 具备竞争力。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batch：Boa / AgentJS = 0.625×，QuickJS / AgentJS = 0.112×；连续吞吐仍需优化。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六项全样本通过；Boa、QuickJS 分别约快 4.95×、21.3×；AgentJS 峰值 RSS 27.04 MiB。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耗时：Boa / AgentJS = 1.090×，QuickJS / AgentJS = 0.186×；AgentJS 优于 Boa，仍落后 QuickJS。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耗时：Boa / AgentJS = 0.625×，QuickJS / AgentJS = 0.112×；三方均正确完成 12 / 12。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产物：AgentJS 10.29 MiB，Boa 28.55 MiB，QuickJS 1.09 MiB；体积与峰值 RSS 分开评价。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工具用于代码阅读、错误定位、测试脚本和材料整理。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所有代码、实验数据与结论均由队员复核，以仓库提交和测试输出为准。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20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90.98%，SunSpider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三项创新：Agent 数据路径、action 级受控 Host、AgentBench 2.0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AgentBench：cold 对 Boa 有竞争力，batch 仍需追赶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JetStream：三引擎六项全样本通过，复杂计算仍需优化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20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2026-08-13T09:18:56.1260000Z</dcterms:created>
  <dcterms:modified xsi:type="dcterms:W3CDTF">2026-08-13T09:18:56.1260000Z</dcterms:modified>
</coreProperties>
</file>