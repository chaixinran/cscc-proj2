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4da966330c4276" /><Relationship Type="http://schemas.openxmlformats.org/officeDocument/2006/relationships/extended-properties" Target="/docProps/app.xml" Id="Ref2ebc57e4ee4d40" /><Relationship Type="http://schemas.openxmlformats.org/officeDocument/2006/relationships/officeDocument" Target="/ppt/presentation.xml" Id="R3e0c79f35dd9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d0dd4bf034d04"/>
  </p:sldMasterIdLst>
  <p:notesMasterIdLst>
    <p:notesMasterId xmlns:r="http://schemas.openxmlformats.org/officeDocument/2006/relationships" r:id="Re817b1cf8de0418e"/>
  </p:notesMasterIdLst>
  <p:sldIdLst>
    <p:sldId xmlns:r="http://schemas.openxmlformats.org/officeDocument/2006/relationships" id="256" r:id="R2e9d86a5fc454da3"/>
    <p:sldId xmlns:r="http://schemas.openxmlformats.org/officeDocument/2006/relationships" id="257" r:id="Reeb649b348e84e4c"/>
    <p:sldId xmlns:r="http://schemas.openxmlformats.org/officeDocument/2006/relationships" id="258" r:id="Rf083bab6a7c5463b"/>
    <p:sldId xmlns:r="http://schemas.openxmlformats.org/officeDocument/2006/relationships" id="259" r:id="R3b393c01a2254c8b"/>
    <p:sldId xmlns:r="http://schemas.openxmlformats.org/officeDocument/2006/relationships" id="260" r:id="Ra721746a4db045df"/>
    <p:sldId xmlns:r="http://schemas.openxmlformats.org/officeDocument/2006/relationships" id="261" r:id="R01b8661c8a4743e9"/>
    <p:sldId xmlns:r="http://schemas.openxmlformats.org/officeDocument/2006/relationships" id="262" r:id="R69f34e71f2824eed"/>
    <p:sldId xmlns:r="http://schemas.openxmlformats.org/officeDocument/2006/relationships" id="263" r:id="Rb4432578e6884570"/>
    <p:sldId xmlns:r="http://schemas.openxmlformats.org/officeDocument/2006/relationships" id="264" r:id="R96e16e0fceb548f2"/>
    <p:sldId xmlns:r="http://schemas.openxmlformats.org/officeDocument/2006/relationships" id="265" r:id="R83ff4d482f2e49eb"/>
    <p:sldId xmlns:r="http://schemas.openxmlformats.org/officeDocument/2006/relationships" id="266" r:id="R0ebde181f27b4ef7"/>
    <p:sldId xmlns:r="http://schemas.openxmlformats.org/officeDocument/2006/relationships" id="267" r:id="R8bebddd71a284f3a"/>
    <p:sldId xmlns:r="http://schemas.openxmlformats.org/officeDocument/2006/relationships" id="268" r:id="R88c7d16752c14458"/>
    <p:sldId xmlns:r="http://schemas.openxmlformats.org/officeDocument/2006/relationships" id="269" r:id="R491568ca2f294302"/>
    <p:sldId xmlns:r="http://schemas.openxmlformats.org/officeDocument/2006/relationships" id="270" r:id="R874fc9ee5d9046c1"/>
    <p:sldId xmlns:r="http://schemas.openxmlformats.org/officeDocument/2006/relationships" id="271" r:id="Rd1d8c57620c749ea"/>
    <p:sldId xmlns:r="http://schemas.openxmlformats.org/officeDocument/2006/relationships" id="272" r:id="R7e61170a2db048e8"/>
    <p:sldId xmlns:r="http://schemas.openxmlformats.org/officeDocument/2006/relationships" id="273" r:id="R8db1c34c6b6f407b"/>
    <p:sldId xmlns:r="http://schemas.openxmlformats.org/officeDocument/2006/relationships" id="274" r:id="R08e05f24deae48dd"/>
    <p:sldId xmlns:r="http://schemas.openxmlformats.org/officeDocument/2006/relationships" id="275" r:id="R2020762ebbfe41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9fd07628d4aa8" /><Relationship Type="http://schemas.openxmlformats.org/officeDocument/2006/relationships/slideMaster" Target="/ppt/slideMasters/slideMaster1.xml" Id="R4bed0dd4bf034d04" /><Relationship Type="http://schemas.openxmlformats.org/officeDocument/2006/relationships/notesMaster" Target="/ppt/notesMasters/notesMaster1.xml" Id="Re817b1cf8de0418e" /><Relationship Type="http://schemas.openxmlformats.org/officeDocument/2006/relationships/presProps" Target="/ppt/presProps.xml" Id="Rbaac57ddef0a4e51" /><Relationship Type="http://schemas.openxmlformats.org/officeDocument/2006/relationships/viewProps" Target="/ppt/viewProps.xml" Id="Rd6840b5ca4d7420f" /><Relationship Type="http://schemas.openxmlformats.org/officeDocument/2006/relationships/tableStyles" Target="/ppt/tableStyles.xml" Id="R317a2dc9b5a04d02" /><Relationship Type="http://schemas.openxmlformats.org/officeDocument/2006/relationships/slide" Target="/ppt/slides/slide1.xml" Id="R2e9d86a5fc454da3" /><Relationship Type="http://schemas.openxmlformats.org/officeDocument/2006/relationships/slide" Target="/ppt/slides/slide2.xml" Id="Reeb649b348e84e4c" /><Relationship Type="http://schemas.openxmlformats.org/officeDocument/2006/relationships/slide" Target="/ppt/slides/slide3.xml" Id="Rf083bab6a7c5463b" /><Relationship Type="http://schemas.openxmlformats.org/officeDocument/2006/relationships/slide" Target="/ppt/slides/slide4.xml" Id="R3b393c01a2254c8b" /><Relationship Type="http://schemas.openxmlformats.org/officeDocument/2006/relationships/slide" Target="/ppt/slides/slide5.xml" Id="Ra721746a4db045df" /><Relationship Type="http://schemas.openxmlformats.org/officeDocument/2006/relationships/slide" Target="/ppt/slides/slide6.xml" Id="R01b8661c8a4743e9" /><Relationship Type="http://schemas.openxmlformats.org/officeDocument/2006/relationships/slide" Target="/ppt/slides/slide7.xml" Id="R69f34e71f2824eed" /><Relationship Type="http://schemas.openxmlformats.org/officeDocument/2006/relationships/slide" Target="/ppt/slides/slide8.xml" Id="Rb4432578e6884570" /><Relationship Type="http://schemas.openxmlformats.org/officeDocument/2006/relationships/slide" Target="/ppt/slides/slide9.xml" Id="R96e16e0fceb548f2" /><Relationship Type="http://schemas.openxmlformats.org/officeDocument/2006/relationships/slide" Target="/ppt/slides/slide10.xml" Id="R83ff4d482f2e49eb" /><Relationship Type="http://schemas.openxmlformats.org/officeDocument/2006/relationships/slide" Target="/ppt/slides/slide11.xml" Id="R0ebde181f27b4ef7" /><Relationship Type="http://schemas.openxmlformats.org/officeDocument/2006/relationships/slide" Target="/ppt/slides/slide12.xml" Id="R8bebddd71a284f3a" /><Relationship Type="http://schemas.openxmlformats.org/officeDocument/2006/relationships/slide" Target="/ppt/slides/slide13.xml" Id="R88c7d16752c14458" /><Relationship Type="http://schemas.openxmlformats.org/officeDocument/2006/relationships/slide" Target="/ppt/slides/slide14.xml" Id="R491568ca2f294302" /><Relationship Type="http://schemas.openxmlformats.org/officeDocument/2006/relationships/slide" Target="/ppt/slides/slide15.xml" Id="R874fc9ee5d9046c1" /><Relationship Type="http://schemas.openxmlformats.org/officeDocument/2006/relationships/slide" Target="/ppt/slides/slide16.xml" Id="Rd1d8c57620c749ea" /><Relationship Type="http://schemas.openxmlformats.org/officeDocument/2006/relationships/slide" Target="/ppt/slides/slide17.xml" Id="R7e61170a2db048e8" /><Relationship Type="http://schemas.openxmlformats.org/officeDocument/2006/relationships/slide" Target="/ppt/slides/slide18.xml" Id="R8db1c34c6b6f407b" /><Relationship Type="http://schemas.openxmlformats.org/officeDocument/2006/relationships/slide" Target="/ppt/slides/slide19.xml" Id="R08e05f24deae48dd" /><Relationship Type="http://schemas.openxmlformats.org/officeDocument/2006/relationships/slide" Target="/ppt/slides/slide20.xml" Id="R2020762ebbfe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236b15dea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df7c09f13948f8" /><Relationship Type="http://schemas.openxmlformats.org/officeDocument/2006/relationships/notesMaster" Target="/ppt/notesMasters/notesMaster1.xml" Id="R9601658aea3442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7c13a0c3d409b" /><Relationship Type="http://schemas.openxmlformats.org/officeDocument/2006/relationships/notesMaster" Target="/ppt/notesMasters/notesMaster1.xml" Id="R620112a30cb14d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f8753667a42e4" /><Relationship Type="http://schemas.openxmlformats.org/officeDocument/2006/relationships/notesMaster" Target="/ppt/notesMasters/notesMaster1.xml" Id="Rcec574cb47a8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547a54b8b4717" /><Relationship Type="http://schemas.openxmlformats.org/officeDocument/2006/relationships/notesMaster" Target="/ppt/notesMasters/notesMaster1.xml" Id="R818c510cac4e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704549b5de472c" /><Relationship Type="http://schemas.openxmlformats.org/officeDocument/2006/relationships/notesMaster" Target="/ppt/notesMasters/notesMaster1.xml" Id="R83fe7e5102a3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c1553b7aa74d8b" /><Relationship Type="http://schemas.openxmlformats.org/officeDocument/2006/relationships/notesMaster" Target="/ppt/notesMasters/notesMaster1.xml" Id="R3d94610b03f24b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d50359b644764" /><Relationship Type="http://schemas.openxmlformats.org/officeDocument/2006/relationships/notesMaster" Target="/ppt/notesMasters/notesMaster1.xml" Id="R856f71fc13b54a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a4c5f513e42ce" /><Relationship Type="http://schemas.openxmlformats.org/officeDocument/2006/relationships/notesMaster" Target="/ppt/notesMasters/notesMaster1.xml" Id="R914a47d13347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5484849ed4f8d" /><Relationship Type="http://schemas.openxmlformats.org/officeDocument/2006/relationships/notesMaster" Target="/ppt/notesMasters/notesMaster1.xml" Id="R5974f3e9339047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36db6dd084178" /><Relationship Type="http://schemas.openxmlformats.org/officeDocument/2006/relationships/notesMaster" Target="/ppt/notesMasters/notesMaster1.xml" Id="Rb0eac5a7b70148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ccbf29e9694183" /><Relationship Type="http://schemas.openxmlformats.org/officeDocument/2006/relationships/notesMaster" Target="/ppt/notesMasters/notesMaster1.xml" Id="R459cdb7393a6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85bc5c9945426f" /><Relationship Type="http://schemas.openxmlformats.org/officeDocument/2006/relationships/notesMaster" Target="/ppt/notesMasters/notesMaster1.xml" Id="R77fdf2e41486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69ce3ae4b84fa2" /><Relationship Type="http://schemas.openxmlformats.org/officeDocument/2006/relationships/notesMaster" Target="/ppt/notesMasters/notesMaster1.xml" Id="R0bcda7091c3046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2f9b0ebf1d45fe" /><Relationship Type="http://schemas.openxmlformats.org/officeDocument/2006/relationships/notesMaster" Target="/ppt/notesMasters/notesMaster1.xml" Id="Ra66bb63718204d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a07cee7c8f4e1c" /><Relationship Type="http://schemas.openxmlformats.org/officeDocument/2006/relationships/notesMaster" Target="/ppt/notesMasters/notesMaster1.xml" Id="R950c22ad347f4c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fa0a4e0e7847a3" /><Relationship Type="http://schemas.openxmlformats.org/officeDocument/2006/relationships/notesMaster" Target="/ppt/notesMasters/notesMaster1.xml" Id="R74751b9acb9e40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56fb26a1014daa" /><Relationship Type="http://schemas.openxmlformats.org/officeDocument/2006/relationships/notesMaster" Target="/ppt/notesMasters/notesMaster1.xml" Id="R1e99afd04a274c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820c9c124147a7" /><Relationship Type="http://schemas.openxmlformats.org/officeDocument/2006/relationships/notesMaster" Target="/ppt/notesMasters/notesMaster1.xml" Id="R9351af4892b048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d7dfe702ee4d46" /><Relationship Type="http://schemas.openxmlformats.org/officeDocument/2006/relationships/notesMaster" Target="/ppt/notesMasters/notesMaster1.xml" Id="R2df78b93da2b4c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9c21acea7f4b2d" /><Relationship Type="http://schemas.openxmlformats.org/officeDocument/2006/relationships/notesMaster" Target="/ppt/notesMasters/notesMaster1.xml" Id="Rfae3c2aa053041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D:/00_OS/CSCC/Test262-final/full-test262-summary.json</a:t>
            </a:r>
          </a:p>
          <a:p xmlns:a="http://schemas.openxmlformats.org/drawingml/2006/main">
            <a:r>
              <a:t>- Archived Test262 summary does not contain the execution commit, command, machine fingerprint, or suite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D:/00_OS/CSCC/presentation/assets/video/sunspider-video.json</a:t>
            </a:r>
          </a:p>
          <a:p xmlns:a="http://schemas.openxmlformats.org/drawingml/2006/main">
            <a:r>
              <a:t>- D:/00_OS/CSCC/presentation/assets/video/sunspider-video.md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Historical AgentJS and Boa batches are not synchronized; timings are diagnostic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D:/00_OS/CSCC/benchmarks/jetstream/results/summary.md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D:/00_OS/CSCC/src/engine.rs</a:t>
            </a:r>
          </a:p>
          <a:p xmlns:a="http://schemas.openxmlformats.org/drawingml/2006/main">
            <a:r>
              <a:t>- D:/00_OS/CSCC/src/backend/native.rs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D:/00_OS/CSCC/src/runtime</a:t>
            </a:r>
          </a:p>
          <a:p xmlns:a="http://schemas.openxmlformats.org/drawingml/2006/main">
            <a:r>
              <a:t>- D:/00_OS/CSCC/src/host/mod.rs</a:t>
            </a:r>
          </a:p>
          <a:p xmlns:a="http://schemas.openxmlformats.org/drawingml/2006/main">
            <a:r>
              <a:t>- D:/00_OS/CSCC/demo/agent/protocol.md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c9a1a7117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e9d9f69854961" /><Relationship Type="http://schemas.openxmlformats.org/officeDocument/2006/relationships/slideLayout" Target="/ppt/slideLayouts/slideLayout1.xml" Id="R548a6c5308594d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a6c5308594d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ae12ad266465d" /><Relationship Type="http://schemas.openxmlformats.org/officeDocument/2006/relationships/notesSlide" Target="/ppt/notesSlides/notesSlide1.xml" Id="Rfbe3c3ab88b6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952ff80743ee" /><Relationship Type="http://schemas.openxmlformats.org/officeDocument/2006/relationships/notesSlide" Target="/ppt/notesSlides/notesSlide2.xml" Id="R03df4787b48b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9605a7b664c5c" /><Relationship Type="http://schemas.openxmlformats.org/officeDocument/2006/relationships/notesSlide" Target="/ppt/notesSlides/notesSlide3.xml" Id="R32ee0c9d84864b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14bac5e074c44" /><Relationship Type="http://schemas.openxmlformats.org/officeDocument/2006/relationships/notesSlide" Target="/ppt/notesSlides/notesSlide4.xml" Id="R6576647e853449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6be9ca53b45d9" /><Relationship Type="http://schemas.openxmlformats.org/officeDocument/2006/relationships/notesSlide" Target="/ppt/notesSlides/notesSlide5.xml" Id="R0deee870077744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f0a1802be4458" /><Relationship Type="http://schemas.openxmlformats.org/officeDocument/2006/relationships/notesSlide" Target="/ppt/notesSlides/notesSlide6.xml" Id="R2f47d9bdcbe347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a9b43d5c94a8d" /><Relationship Type="http://schemas.openxmlformats.org/officeDocument/2006/relationships/notesSlide" Target="/ppt/notesSlides/notesSlide7.xml" Id="Rc7b5577f6369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50625e6514340" /><Relationship Type="http://schemas.openxmlformats.org/officeDocument/2006/relationships/notesSlide" Target="/ppt/notesSlides/notesSlide8.xml" Id="Rebcf35a8e3ff46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9a8200534948" /><Relationship Type="http://schemas.openxmlformats.org/officeDocument/2006/relationships/notesSlide" Target="/ppt/notesSlides/notesSlide9.xml" Id="R309fe75a79cd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de779828f4b63" /><Relationship Type="http://schemas.openxmlformats.org/officeDocument/2006/relationships/notesSlide" Target="/ppt/notesSlides/notesSlide10.xml" Id="R1c68869801ec4a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ad0c8b17a4f78" /><Relationship Type="http://schemas.openxmlformats.org/officeDocument/2006/relationships/notesSlide" Target="/ppt/notesSlides/notesSlide11.xml" Id="Rff4c33bec50541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81700501645b0" /><Relationship Type="http://schemas.openxmlformats.org/officeDocument/2006/relationships/notesSlide" Target="/ppt/notesSlides/notesSlide12.xml" Id="R1c89997b797149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8aa7d20064d18" /><Relationship Type="http://schemas.openxmlformats.org/officeDocument/2006/relationships/notesSlide" Target="/ppt/notesSlides/notesSlide13.xml" Id="R7172e1a2abf54a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55ddaf644dea" /><Relationship Type="http://schemas.openxmlformats.org/officeDocument/2006/relationships/notesSlide" Target="/ppt/notesSlides/notesSlide14.xml" Id="R0eb4de59f46042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3fe425ea04649" /><Relationship Type="http://schemas.openxmlformats.org/officeDocument/2006/relationships/notesSlide" Target="/ppt/notesSlides/notesSlide15.xml" Id="Rdef5b9afa7c541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b66840a24345" /><Relationship Type="http://schemas.openxmlformats.org/officeDocument/2006/relationships/notesSlide" Target="/ppt/notesSlides/notesSlide16.xml" Id="R862113a5e8944d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f79521b24b0f" /><Relationship Type="http://schemas.openxmlformats.org/officeDocument/2006/relationships/notesSlide" Target="/ppt/notesSlides/notesSlide17.xml" Id="Re40eb82bcb524f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fb7bc127746d5" /><Relationship Type="http://schemas.openxmlformats.org/officeDocument/2006/relationships/notesSlide" Target="/ppt/notesSlides/notesSlide18.xml" Id="Rf99d1fffe07342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358f7fed04ba3" /><Relationship Type="http://schemas.openxmlformats.org/officeDocument/2006/relationships/notesSlide" Target="/ppt/notesSlides/notesSlide19.xml" Id="Rb122eeaacc8f4a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aefe3e97a48ad" /><Relationship Type="http://schemas.openxmlformats.org/officeDocument/2006/relationships/notesSlide" Target="/ppt/notesSlides/notesSlide20.xml" Id="R742842a9cb8442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AgentJS 产物 10.39 MiB，为 Boa 的 36.68%；宿主仅保留 print、console 与受控 Host。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90.98%，SunSpider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报告汇总通过率 90.98%，高于 60% 门槛 30.98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48,566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444s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48,566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444.347s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+30.98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来源：实验报告（第 6 版）；报告统计未绑定当前 HEAD 与完整运行环境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Test262：从 26.29% 到 90.98%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归档结果表明通过率超过赛题门槛；由于缺少完整运行元数据，本页不把历史结果绑定到当前源码。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从 26.29% baseline 提升到 90.98%，累计增加 64.69 个百分点，并超过 60% 赛题门槛 30.98 个百分点。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/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最终汇总：通过 48,566 / 总计 53,379；失败 4,811，跳过 2。失败与跳过均不计通过。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早期全量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证据边界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可以证明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90.98% &gt; 60%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失败/跳过未计通过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/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不能证明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对应当前 HEAD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完整复现实验环境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JSON；历史批次缺少完整运行元数据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SunSpider：先证明兼容，再定位热点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与 Boa 同次运行均为 26 / 26 PASS；每项 3 次测量，P50 用于定位热点，不作跨平台排名。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全部用例正确完成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9 类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覆盖全部测试类别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错误 / 超时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相对耗时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工程结论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299.9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269.5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1.11×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位运算路径耗时接近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126.3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107.3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1.18×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 差距已明显收敛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431.8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146.2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2.95×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复杂字符串与对象仍是热点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来源：sunspider-video.json；同次 Runner、每项 3 次，未保存机器与二进制指纹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2：AgentJS / Boa kernel 对照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六项 self-contained kernel 双方均正确完成；同构 Runner，2 次预热 + 7 次测量，展示 workload P50。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双方共同通过，全部测量样本有效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/ 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1,316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360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0.274×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53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4,324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53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673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0.156×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91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4,934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713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0.145×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来源：实验报告（第 6 版）；六项几何平均 0.192×，不是浏览器官方综合分数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1/3：Native 执行架构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核心贡献不是调用外部引擎，而是把 Native 执行、状态生命周期、跨层契约和失败模型组合成独立内核。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自研 Lexer、Parser、字节码、VM 和运行时；外部引擎仅作参照。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Engine / Runtime 双入口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Engine 为独立 action 创建 fresh isolate；Runtime 为关联调用保留会话状态。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稳定的跨层契约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Parser、Compiler、Executor 通过稳定接口协作，可注入 fake stage 分层测试。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校验字节码 + 统一结果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Chunk 校验栈、跳转与异常区间；报告统一承载结果和分类失败。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1.3、2.2–2.4、3.3；src/contracts.rs、src/engine.rs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2/3：受控运行时与 Host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从资源上界、数据结构到结构化输出，所有优化都服务于短时、不可信、结果可编排的 Agent action。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action 级资源预算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循环、递归、VM 栈、堆、大对象和 deadline 分层限额；超限返回 RuntimeLimit。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 Host 暴露面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默认无文件、网络、进程、DOM 与 Node API；加载器显式安装并限制根目录。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面向 Agent 的数据路径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分段数组、descriptor 旁路、ASCII 快路、非移动 GC 与 Free List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引擎无关 RenderTree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agent.render 校验类型、循环、JSON、深度和字节；前端只消费规范事件。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1.4–1.5、2.5–2.7；src/runtime、src/host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14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3/3：AgentBench 评测体系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不虚构综合总分：先验证结果，再按调用模式拆分性能，并把每项结论绑定到可复核证据和适用边界。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个确定性 action 覆盖 JSON、规则过滤、对象压力、大索引数组与字符串任务。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PASS、无 error/timeout 且结果正确的 case 进入几何平均。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cold / batch 分开解释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统一 P50、耗时比和 RSS；batch 不等同 persistent Runtime 或缓存消融。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证据边界同步归档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JSON、环境、命令、revision、SHA256 绑定批次；历史结果不套用当前 HEAD。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4.1–4.3、5.2–5.4；benchmarks/agent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15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cold：Boa / AgentJS = 1.097×；startup-noop 为 13.9 ms vs 20.0 ms，短任务具备竞争力。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batch：Boa / AgentJS = 0.619×；AgentJS 总体约慢 1.62×，连续执行吞吐仍需优化。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六项双方全样本通过；Boa 约快 5.21×；峰值 RSS 为 AgentJS 27.00、Boa 16.04 MiB。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1.097×，RSS = 1.123×：AgentJS 在这组 cold 短任务中更快且总体峰值更低。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0.619×，RSS = 0.979×：12 项均正确，但总体吞吐未领先，内存接近。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 10.39 MiB，为 Boa 28.32 MiB 的 36.68%；较小二进制不代表每个 workload 都有更低 RSS。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20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90.98%，SunSpider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 双引擎六项全样本通过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三层创新：执行架构、受控运行时、可审计评测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cold 短任务有竞争力，batch 与复杂内核仍需追赶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20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2026-08-11T20:09:22.3850000Z</dcterms:created>
  <dcterms:modified xsi:type="dcterms:W3CDTF">2026-08-11T20:09:22.3860000Z</dcterms:modified>
</coreProperties>
</file>